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60" r:id="rId8"/>
    <p:sldId id="261" r:id="rId9"/>
    <p:sldId id="286" r:id="rId10"/>
    <p:sldId id="287" r:id="rId11"/>
    <p:sldId id="288" r:id="rId12"/>
    <p:sldId id="29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8360" y="1450350"/>
            <a:ext cx="7077456" cy="1243584"/>
          </a:xfrm>
        </p:spPr>
        <p:txBody>
          <a:bodyPr/>
          <a:lstStyle/>
          <a:p>
            <a:r>
              <a:rPr lang="en-US" dirty="0"/>
              <a:t>Sign Language Detection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1989" y="2693934"/>
            <a:ext cx="5998215" cy="8686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dirty="0"/>
              <a:t>ARTIFICIAL INTELLIGENCE AND MACHINE LEARNING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1D0D3-B349-6112-DC60-E717028AB9E6}"/>
              </a:ext>
            </a:extLst>
          </p:cNvPr>
          <p:cNvSpPr txBox="1"/>
          <p:nvPr/>
        </p:nvSpPr>
        <p:spPr>
          <a:xfrm>
            <a:off x="1271701" y="4608950"/>
            <a:ext cx="46653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</a:rPr>
              <a:t>TEAM MEMBERS</a:t>
            </a:r>
            <a:r>
              <a:rPr lang="en-IN" dirty="0">
                <a:solidFill>
                  <a:schemeClr val="bg1"/>
                </a:solidFill>
              </a:rPr>
              <a:t>:</a:t>
            </a:r>
          </a:p>
          <a:p>
            <a:r>
              <a:rPr lang="en-IN" dirty="0" err="1">
                <a:solidFill>
                  <a:schemeClr val="bg1"/>
                </a:solidFill>
              </a:rPr>
              <a:t>Malreddy</a:t>
            </a:r>
            <a:r>
              <a:rPr lang="en-IN" dirty="0">
                <a:solidFill>
                  <a:schemeClr val="bg1"/>
                </a:solidFill>
              </a:rPr>
              <a:t> Manogna	– 2410030430</a:t>
            </a:r>
          </a:p>
          <a:p>
            <a:r>
              <a:rPr lang="en-IN" dirty="0">
                <a:solidFill>
                  <a:schemeClr val="bg1"/>
                </a:solidFill>
              </a:rPr>
              <a:t>Likitha Thumma		– 2410030229</a:t>
            </a:r>
          </a:p>
          <a:p>
            <a:r>
              <a:rPr lang="en-IN" dirty="0">
                <a:solidFill>
                  <a:schemeClr val="bg1"/>
                </a:solidFill>
              </a:rPr>
              <a:t>Kodali Sreeja		– 2410030076</a:t>
            </a:r>
          </a:p>
          <a:p>
            <a:r>
              <a:rPr lang="en-IN" dirty="0" err="1">
                <a:solidFill>
                  <a:schemeClr val="bg1"/>
                </a:solidFill>
              </a:rPr>
              <a:t>Bijju</a:t>
            </a:r>
            <a:r>
              <a:rPr lang="en-IN" dirty="0">
                <a:solidFill>
                  <a:schemeClr val="bg1"/>
                </a:solidFill>
              </a:rPr>
              <a:t> Adithi Yadav		– 2410030228 </a:t>
            </a:r>
          </a:p>
          <a:p>
            <a:r>
              <a:rPr lang="en-IN" dirty="0">
                <a:solidFill>
                  <a:schemeClr val="bg1"/>
                </a:solidFill>
              </a:rPr>
              <a:t>H. Esha Manogna	– 2410030232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7523843" cy="4093243"/>
          </a:xfrm>
        </p:spPr>
        <p:txBody>
          <a:bodyPr/>
          <a:lstStyle/>
          <a:p>
            <a:r>
              <a:rPr lang="en-US" sz="2400" dirty="0">
                <a:latin typeface="Bodoni MT" panose="02070603080606020203" pitchFamily="18" charset="0"/>
              </a:rPr>
              <a:t>Sign language is a visual means of communication used by the deaf and hard of hearing. This project aims to bridge the communication gap by using AI/ML to detect and translate hand gestures into text or speech.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How AI/ML Can Help:</a:t>
            </a:r>
          </a:p>
          <a:p>
            <a:r>
              <a:rPr lang="en-US" sz="2400" dirty="0">
                <a:latin typeface="Bodoni MT" panose="02070603080606020203" pitchFamily="18" charset="0"/>
              </a:rPr>
              <a:t>Use computer vision and machine learning to detect hand gestures.</a:t>
            </a:r>
          </a:p>
          <a:p>
            <a:r>
              <a:rPr lang="en-US" sz="2400" dirty="0">
                <a:latin typeface="Bodoni MT" panose="02070603080606020203" pitchFamily="18" charset="0"/>
              </a:rPr>
              <a:t>Translate them into readable or spoken language.</a:t>
            </a:r>
          </a:p>
          <a:p>
            <a:r>
              <a:rPr lang="en-US" sz="2400" dirty="0">
                <a:latin typeface="Bodoni MT" panose="02070603080606020203" pitchFamily="18" charset="0"/>
              </a:rPr>
              <a:t>Makes interaction seamless and inclusive.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TO IMPLEMENT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5C0EB16-087B-D448-42A0-8C04D74EF1FD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533400" y="2465764"/>
            <a:ext cx="1024345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webcam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capture hand gestures.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Detect hand landmarks using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MediaPipe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Extract features like finger positions.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Classify the gesture using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trained ML model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(TensorFlow).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detected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letter or word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on the screen in real time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B50B-62E3-A20A-96F6-5A34CEB3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AA2F40-E0EB-BC15-211A-78D37C150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15CEEC-9DA5-5896-7C85-4AD644C8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75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96A3E-854D-561F-05BA-66291E33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36AD42-8864-B2F2-050C-D8CE601D2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838" y="1765344"/>
            <a:ext cx="7953052" cy="409324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project will deliver a real-time hand gesture recognition system using computer vision and machine learning. By leveraging </a:t>
            </a:r>
            <a:r>
              <a:rPr lang="en-US" sz="2400" dirty="0" err="1"/>
              <a:t>MediaPipe</a:t>
            </a:r>
            <a:r>
              <a:rPr lang="en-US" sz="2400" dirty="0"/>
              <a:t> for hand landmark detection and a trained classification model, the system will identify and translate specific hand signs into corresponding alphabets or words. The output will be displayed dynamically on-screen, demonstrating accurate interpretation of sign language gestures for improved human-computer interaction.</a:t>
            </a:r>
          </a:p>
          <a:p>
            <a:pPr marL="0" indent="0">
              <a:buNone/>
            </a:pPr>
            <a:endParaRPr lang="en-US" sz="2400" dirty="0">
              <a:latin typeface="Bodoni MT" panose="02070603080606020203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E602E8-EA3C-0194-D388-238E54753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83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4DB74-9456-434C-F279-F5F513DE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511369-6653-3763-6CCD-4313FB30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C8812B-C7EB-DAFF-2529-AD646568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04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01382-7EFF-F70D-DB26-CF4F8765A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29670F-0198-2DBF-C06F-C4CCE7DE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38186A6-7074-C8D4-9138-25B6EA6C9BBB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06625" y="1314473"/>
            <a:ext cx="1024345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0" dirty="0">
                <a:latin typeface="Bodoni MT" panose="02070603080606020203" pitchFamily="18" charset="0"/>
              </a:rPr>
              <a:t>Enhance the system to recognize complete words and sentences.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0" dirty="0">
                <a:latin typeface="Bodoni MT" panose="02070603080606020203" pitchFamily="18" charset="0"/>
              </a:rPr>
              <a:t>Include support for two-hand gestures for more complex signs.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0" dirty="0">
                <a:latin typeface="Bodoni MT" panose="02070603080606020203" pitchFamily="18" charset="0"/>
              </a:rPr>
              <a:t>Add voice output for spoken translation of detected signs.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0" dirty="0">
                <a:latin typeface="Bodoni MT" panose="02070603080606020203" pitchFamily="18" charset="0"/>
              </a:rPr>
              <a:t>Develop a mobile app version for better accessibility.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0" dirty="0">
                <a:latin typeface="Bodoni MT" panose="02070603080606020203" pitchFamily="18" charset="0"/>
              </a:rPr>
              <a:t>Train the model with a larger and more diverse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1D37D-80FD-0F0D-D342-7E2EC0E7794D}"/>
              </a:ext>
            </a:extLst>
          </p:cNvPr>
          <p:cNvSpPr txBox="1"/>
          <p:nvPr/>
        </p:nvSpPr>
        <p:spPr>
          <a:xfrm>
            <a:off x="597160" y="4943362"/>
            <a:ext cx="111734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Bodoni MT" panose="02070603080606020203" pitchFamily="18" charset="0"/>
              </a:rPr>
              <a:t>In the long run, sign language detection systems like this can significantly improve communication for the hearing impaired and become a standard feature in smart devices and public services.</a:t>
            </a:r>
            <a:endParaRPr lang="en-IN" sz="2400" dirty="0">
              <a:solidFill>
                <a:schemeClr val="accent2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37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1581" y="3093098"/>
            <a:ext cx="4945598" cy="1243584"/>
          </a:xfrm>
        </p:spPr>
        <p:txBody>
          <a:bodyPr/>
          <a:lstStyle/>
          <a:p>
            <a:r>
              <a:rPr lang="en-US" sz="7200" dirty="0"/>
              <a:t>Thank You!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56</TotalTime>
  <Words>328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Bodoni MT</vt:lpstr>
      <vt:lpstr>Calibri</vt:lpstr>
      <vt:lpstr>Trade Gothic LT Pro</vt:lpstr>
      <vt:lpstr>Trebuchet MS</vt:lpstr>
      <vt:lpstr>Office Theme</vt:lpstr>
      <vt:lpstr>Sign Language Detection System</vt:lpstr>
      <vt:lpstr>INTRODUCTION</vt:lpstr>
      <vt:lpstr>PowerPoint Presentation</vt:lpstr>
      <vt:lpstr>IDEA TO IMPLEMENT</vt:lpstr>
      <vt:lpstr>PowerPoint Presentation</vt:lpstr>
      <vt:lpstr>OUTCOMES</vt:lpstr>
      <vt:lpstr>PowerPoint Presentation</vt:lpstr>
      <vt:lpstr>FUTURE WORK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Manogna Reddy</dc:creator>
  <cp:lastModifiedBy>Manogna Reddy</cp:lastModifiedBy>
  <cp:revision>1</cp:revision>
  <dcterms:created xsi:type="dcterms:W3CDTF">2025-07-28T15:34:54Z</dcterms:created>
  <dcterms:modified xsi:type="dcterms:W3CDTF">2025-07-28T16:31:01Z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